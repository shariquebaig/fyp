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4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027E065-F244-20ED-677E-854693595A70}">
          <p14:sldIdLst>
            <p14:sldId id="256"/>
          </p14:sldIdLst>
        </p14:section>
        <p14:section name="Context" id="{C0CCA438-5154-34E7-B879-D9A567CB624C}">
          <p14:sldIdLst>
            <p14:sldId id="259"/>
          </p14:sldIdLst>
        </p14:section>
        <p14:section name="Problem" id="{7E34D634-7F62-ABBB-637C-A248F048168B}">
          <p14:sldIdLst>
            <p14:sldId id="258"/>
            <p14:sldId id="257"/>
          </p14:sldIdLst>
        </p14:section>
        <p14:section name="Approach" id="{D34D3335-9848-10A7-3EBC-5325999F39AD}">
          <p14:sldIdLst>
            <p14:sldId id="260"/>
            <p14:sldId id="261"/>
          </p14:sldIdLst>
        </p14:section>
        <p14:section name="Evidence" id="{7F43FF2E-96EB-9E05-B6EE-F8F8827679FC}">
          <p14:sldIdLst>
            <p14:sldId id="262"/>
            <p14:sldId id="263"/>
            <p14:sldId id="264"/>
            <p14:sldId id="265"/>
          </p14:sldIdLst>
        </p14:section>
        <p14:section name="Demo" id="{56E7347D-DFB3-7258-7152-FD6EE84AD8F5}">
          <p14:sldIdLst>
            <p14:sldId id="266"/>
          </p14:sldIdLst>
        </p14:section>
        <p14:section name="Close" id="{328603B4-0F72-DF4F-5EE7-7117B6E43670}">
          <p14:sldIdLst>
            <p14:sldId id="267"/>
            <p14:sldId id="268"/>
            <p14:sldId id="269"/>
          </p14:sldIdLst>
        </p14:section>
        <p14:section name="FAQ" id="{CDE99DD5-6D51-F73D-D838-EB386E0A2E8B}">
          <p14:sldIdLst>
            <p14:sldId id="270"/>
            <p14:sldId id="271"/>
            <p14:sldId id="273"/>
          </p14:sldIdLst>
        </p14:section>
        <p14:section name="Thank you" id="{F3687508-E8AA-4CC9-B86F-1A724D8D5DFF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2DD5D-03D1-4FB6-8936-03F0EF6AE5A3}" v="1" dt="2026-10-30T03:16:36.657"/>
    <p1510:client id="{CC642543-AF96-4316-AC76-9C78B6BCAB03}" v="7" dt="2026-10-29T19:11:28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651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Baig" userId="9e391c9c-4a86-4ccf-b1af-be7858601e98" providerId="ADAL" clId="{AF192224-BF7A-47DA-84FC-CD48B002FA0D}"/>
    <pc:docChg chg="custSel addSld delSld modSld sldOrd addSection modSection">
      <pc:chgData name="Muhammad Baig" userId="9e391c9c-4a86-4ccf-b1af-be7858601e98" providerId="ADAL" clId="{AF192224-BF7A-47DA-84FC-CD48B002FA0D}" dt="2026-10-30T04:32:23.188" v="232" actId="20577"/>
      <pc:docMkLst>
        <pc:docMk/>
      </pc:docMkLst>
      <pc:sldChg chg="addSp delSp modSp mod">
        <pc:chgData name="Muhammad Baig" userId="9e391c9c-4a86-4ccf-b1af-be7858601e98" providerId="ADAL" clId="{AF192224-BF7A-47DA-84FC-CD48B002FA0D}" dt="2026-10-30T04:32:23.188" v="232" actId="20577"/>
        <pc:sldMkLst>
          <pc:docMk/>
          <pc:sldMk cId="0" sldId="256"/>
        </pc:sldMkLst>
        <pc:spChg chg="del">
          <ac:chgData name="Muhammad Baig" userId="9e391c9c-4a86-4ccf-b1af-be7858601e98" providerId="ADAL" clId="{AF192224-BF7A-47DA-84FC-CD48B002FA0D}" dt="2026-10-29T13:40:53.198" v="1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0:51.935" v="9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0:57.416" v="1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0:55.339" v="11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30T04:32:23.188" v="23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3:41:19.140" v="50" actId="20577"/>
          <ac:spMkLst>
            <pc:docMk/>
            <pc:sldMk cId="0" sldId="256"/>
            <ac:spMk id="12" creationId="{00000000-0000-0000-0000-000000000000}"/>
          </ac:spMkLst>
        </pc:spChg>
        <pc:spChg chg="add">
          <ac:chgData name="Muhammad Baig" userId="9e391c9c-4a86-4ccf-b1af-be7858601e98" providerId="ADAL" clId="{AF192224-BF7A-47DA-84FC-CD48B002FA0D}" dt="2026-10-29T13:40:48.152" v="8" actId="22"/>
          <ac:spMkLst>
            <pc:docMk/>
            <pc:sldMk cId="0" sldId="256"/>
            <ac:spMk id="16" creationId="{CF8A7000-D50C-DD71-22BD-187EE8FAB1E3}"/>
          </ac:spMkLst>
        </pc:spChg>
        <pc:picChg chg="add">
          <ac:chgData name="Muhammad Baig" userId="9e391c9c-4a86-4ccf-b1af-be7858601e98" providerId="ADAL" clId="{AF192224-BF7A-47DA-84FC-CD48B002FA0D}" dt="2026-10-29T13:40:48.152" v="8" actId="22"/>
          <ac:picMkLst>
            <pc:docMk/>
            <pc:sldMk cId="0" sldId="256"/>
            <ac:picMk id="14" creationId="{2D9F7546-AB5A-E088-94E8-350926585F49}"/>
          </ac:picMkLst>
        </pc:picChg>
        <pc:picChg chg="add">
          <ac:chgData name="Muhammad Baig" userId="9e391c9c-4a86-4ccf-b1af-be7858601e98" providerId="ADAL" clId="{AF192224-BF7A-47DA-84FC-CD48B002FA0D}" dt="2026-10-29T13:40:48.152" v="8" actId="22"/>
          <ac:picMkLst>
            <pc:docMk/>
            <pc:sldMk cId="0" sldId="256"/>
            <ac:picMk id="18" creationId="{68251667-0112-B6D1-17CF-8C1FAF2756A7}"/>
          </ac:picMkLst>
        </pc:picChg>
      </pc:sldChg>
      <pc:sldChg chg="addSp delSp modSp mod chgLayout">
        <pc:chgData name="Muhammad Baig" userId="9e391c9c-4a86-4ccf-b1af-be7858601e98" providerId="ADAL" clId="{AF192224-BF7A-47DA-84FC-CD48B002FA0D}" dt="2026-10-29T13:40:31.423" v="7" actId="700"/>
        <pc:sldMkLst>
          <pc:docMk/>
          <pc:sldMk cId="0" sldId="257"/>
        </pc:sldMkLst>
        <pc:spChg chg="mod ord">
          <ac:chgData name="Muhammad Baig" userId="9e391c9c-4a86-4ccf-b1af-be7858601e98" providerId="ADAL" clId="{AF192224-BF7A-47DA-84FC-CD48B002FA0D}" dt="2026-10-29T13:40:31.423" v="7" actId="700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uhammad Baig" userId="9e391c9c-4a86-4ccf-b1af-be7858601e98" providerId="ADAL" clId="{AF192224-BF7A-47DA-84FC-CD48B002FA0D}" dt="2026-10-29T13:40:10.114" v="2"/>
          <ac:spMkLst>
            <pc:docMk/>
            <pc:sldMk cId="0" sldId="257"/>
            <ac:spMk id="22" creationId="{896026D0-ACB1-0B77-EBDD-46C3F0510F0D}"/>
          </ac:spMkLst>
        </pc:spChg>
        <pc:spChg chg="add del mod">
          <ac:chgData name="Muhammad Baig" userId="9e391c9c-4a86-4ccf-b1af-be7858601e98" providerId="ADAL" clId="{AF192224-BF7A-47DA-84FC-CD48B002FA0D}" dt="2026-10-29T13:40:11.628" v="5"/>
          <ac:spMkLst>
            <pc:docMk/>
            <pc:sldMk cId="0" sldId="257"/>
            <ac:spMk id="23" creationId="{22ACB6F5-602A-C267-15B0-E9B7A4829DA3}"/>
          </ac:spMkLst>
        </pc:spChg>
        <pc:spChg chg="mod ord">
          <ac:chgData name="Muhammad Baig" userId="9e391c9c-4a86-4ccf-b1af-be7858601e98" providerId="ADAL" clId="{AF192224-BF7A-47DA-84FC-CD48B002FA0D}" dt="2026-10-29T13:40:31.423" v="7" actId="700"/>
          <ac:spMkLst>
            <pc:docMk/>
            <pc:sldMk cId="0" sldId="257"/>
            <ac:spMk id="25" creationId="{00000000-0000-0000-0000-000000000000}"/>
          </ac:spMkLst>
        </pc:spChg>
      </pc:sldChg>
      <pc:sldChg chg="addSp delSp modSp mod ord">
        <pc:chgData name="Muhammad Baig" userId="9e391c9c-4a86-4ccf-b1af-be7858601e98" providerId="ADAL" clId="{AF192224-BF7A-47DA-84FC-CD48B002FA0D}" dt="2026-10-30T04:00:04.276" v="214"/>
        <pc:sldMkLst>
          <pc:docMk/>
          <pc:sldMk cId="0" sldId="258"/>
        </pc:sldMkLst>
        <pc:spChg chg="add del mod">
          <ac:chgData name="Muhammad Baig" userId="9e391c9c-4a86-4ccf-b1af-be7858601e98" providerId="ADAL" clId="{AF192224-BF7A-47DA-84FC-CD48B002FA0D}" dt="2026-10-30T03:16:37.615" v="210"/>
          <ac:spMkLst>
            <pc:docMk/>
            <pc:sldMk cId="0" sldId="258"/>
            <ac:spMk id="24" creationId="{03AE2988-96E4-C5D8-24AE-43E33989241C}"/>
          </ac:spMkLst>
        </pc:spChg>
      </pc:sldChg>
      <pc:sldChg chg="addSp delSp modSp mod ord">
        <pc:chgData name="Muhammad Baig" userId="9e391c9c-4a86-4ccf-b1af-be7858601e98" providerId="ADAL" clId="{AF192224-BF7A-47DA-84FC-CD48B002FA0D}" dt="2026-10-30T03:59:59.710" v="212"/>
        <pc:sldMkLst>
          <pc:docMk/>
          <pc:sldMk cId="0" sldId="259"/>
        </pc:sldMkLst>
        <pc:spChg chg="del">
          <ac:chgData name="Muhammad Baig" userId="9e391c9c-4a86-4ccf-b1af-be7858601e98" providerId="ADAL" clId="{AF192224-BF7A-47DA-84FC-CD48B002FA0D}" dt="2026-10-29T13:41:45.773" v="5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1:44.448" v="52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4:21:57.478" v="89"/>
          <ac:spMkLst>
            <pc:docMk/>
            <pc:sldMk cId="0" sldId="259"/>
            <ac:spMk id="9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4:23:33.963" v="101" actId="20577"/>
          <ac:spMkLst>
            <pc:docMk/>
            <pc:sldMk cId="0" sldId="259"/>
            <ac:spMk id="20" creationId="{00000000-0000-0000-0000-000000000000}"/>
          </ac:spMkLst>
        </pc:spChg>
        <pc:picChg chg="add">
          <ac:chgData name="Muhammad Baig" userId="9e391c9c-4a86-4ccf-b1af-be7858601e98" providerId="ADAL" clId="{AF192224-BF7A-47DA-84FC-CD48B002FA0D}" dt="2026-10-29T13:41:42.254" v="51" actId="22"/>
          <ac:picMkLst>
            <pc:docMk/>
            <pc:sldMk cId="0" sldId="259"/>
            <ac:picMk id="26" creationId="{CD0AAE67-1E16-70BA-D6D2-2FC2FC25F47D}"/>
          </ac:picMkLst>
        </pc:picChg>
      </pc:sldChg>
      <pc:sldChg chg="modSp mod">
        <pc:chgData name="Muhammad Baig" userId="9e391c9c-4a86-4ccf-b1af-be7858601e98" providerId="ADAL" clId="{AF192224-BF7A-47DA-84FC-CD48B002FA0D}" dt="2026-10-29T14:23:42.981" v="112" actId="20577"/>
        <pc:sldMkLst>
          <pc:docMk/>
          <pc:sldMk cId="0" sldId="260"/>
        </pc:sldMkLst>
        <pc:spChg chg="mod">
          <ac:chgData name="Muhammad Baig" userId="9e391c9c-4a86-4ccf-b1af-be7858601e98" providerId="ADAL" clId="{AF192224-BF7A-47DA-84FC-CD48B002FA0D}" dt="2026-10-29T14:23:42.981" v="112" actId="20577"/>
          <ac:spMkLst>
            <pc:docMk/>
            <pc:sldMk cId="0" sldId="260"/>
            <ac:spMk id="2" creationId="{00000000-0000-0000-0000-000000000000}"/>
          </ac:spMkLst>
        </pc:spChg>
      </pc:sldChg>
      <pc:sldChg chg="delSp mod">
        <pc:chgData name="Muhammad Baig" userId="9e391c9c-4a86-4ccf-b1af-be7858601e98" providerId="ADAL" clId="{AF192224-BF7A-47DA-84FC-CD48B002FA0D}" dt="2026-10-30T03:13:34.562" v="201" actId="478"/>
        <pc:sldMkLst>
          <pc:docMk/>
          <pc:sldMk cId="0" sldId="262"/>
        </pc:sldMkLst>
        <pc:spChg chg="del">
          <ac:chgData name="Muhammad Baig" userId="9e391c9c-4a86-4ccf-b1af-be7858601e98" providerId="ADAL" clId="{AF192224-BF7A-47DA-84FC-CD48B002FA0D}" dt="2026-10-30T03:13:34.562" v="201" actId="478"/>
          <ac:spMkLst>
            <pc:docMk/>
            <pc:sldMk cId="0" sldId="262"/>
            <ac:spMk id="36" creationId="{00000000-0000-0000-0000-000000000000}"/>
          </ac:spMkLst>
        </pc:spChg>
      </pc:sldChg>
      <pc:sldChg chg="addSp delSp modSp mod">
        <pc:chgData name="Muhammad Baig" userId="9e391c9c-4a86-4ccf-b1af-be7858601e98" providerId="ADAL" clId="{AF192224-BF7A-47DA-84FC-CD48B002FA0D}" dt="2026-10-30T04:30:36.480" v="217" actId="1036"/>
        <pc:sldMkLst>
          <pc:docMk/>
          <pc:sldMk cId="0" sldId="264"/>
        </pc:sldMkLst>
        <pc:spChg chg="mod">
          <ac:chgData name="Muhammad Baig" userId="9e391c9c-4a86-4ccf-b1af-be7858601e98" providerId="ADAL" clId="{AF192224-BF7A-47DA-84FC-CD48B002FA0D}" dt="2026-10-30T04:30:36.480" v="217" actId="10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9:11:28.896" v="195"/>
          <ac:spMkLst>
            <pc:docMk/>
            <pc:sldMk cId="0" sldId="264"/>
            <ac:spMk id="8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3:46.444" v="203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3:44.035" v="202" actId="478"/>
          <ac:spMkLst>
            <pc:docMk/>
            <pc:sldMk cId="0" sldId="264"/>
            <ac:spMk id="10" creationId="{00000000-0000-0000-0000-000000000000}"/>
          </ac:spMkLst>
        </pc:spChg>
        <pc:graphicFrameChg chg="del">
          <ac:chgData name="Muhammad Baig" userId="9e391c9c-4a86-4ccf-b1af-be7858601e98" providerId="ADAL" clId="{AF192224-BF7A-47DA-84FC-CD48B002FA0D}" dt="2026-10-29T19:11:15.335" v="193" actId="478"/>
          <ac:graphicFrameMkLst>
            <pc:docMk/>
            <pc:sldMk cId="0" sldId="264"/>
            <ac:graphicFrameMk id="4" creationId="{00000000-0000-0000-0000-000000000000}"/>
          </ac:graphicFrameMkLst>
        </pc:graphicFrameChg>
        <pc:graphicFrameChg chg="add">
          <ac:chgData name="Muhammad Baig" userId="9e391c9c-4a86-4ccf-b1af-be7858601e98" providerId="ADAL" clId="{AF192224-BF7A-47DA-84FC-CD48B002FA0D}" dt="2026-10-29T19:11:16.425" v="194" actId="22"/>
          <ac:graphicFrameMkLst>
            <pc:docMk/>
            <pc:sldMk cId="0" sldId="264"/>
            <ac:graphicFrameMk id="12" creationId="{DC4F2FBC-E37C-89B6-3D2D-719AC2DAE771}"/>
          </ac:graphicFrameMkLst>
        </pc:graphicFrameChg>
      </pc:sldChg>
      <pc:sldChg chg="addSp delSp modSp mod">
        <pc:chgData name="Muhammad Baig" userId="9e391c9c-4a86-4ccf-b1af-be7858601e98" providerId="ADAL" clId="{AF192224-BF7A-47DA-84FC-CD48B002FA0D}" dt="2026-10-30T04:29:11.765" v="215" actId="478"/>
        <pc:sldMkLst>
          <pc:docMk/>
          <pc:sldMk cId="0" sldId="265"/>
        </pc:sldMkLst>
        <pc:spChg chg="del">
          <ac:chgData name="Muhammad Baig" userId="9e391c9c-4a86-4ccf-b1af-be7858601e98" providerId="ADAL" clId="{AF192224-BF7A-47DA-84FC-CD48B002FA0D}" dt="2026-10-29T19:11:49.338" v="200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Muhammad Baig" userId="9e391c9c-4a86-4ccf-b1af-be7858601e98" providerId="ADAL" clId="{AF192224-BF7A-47DA-84FC-CD48B002FA0D}" dt="2026-10-29T19:11:47.884" v="199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4:29:11.765" v="215" actId="478"/>
          <ac:spMkLst>
            <pc:docMk/>
            <pc:sldMk cId="0" sldId="265"/>
            <ac:spMk id="10" creationId="{00000000-0000-0000-0000-000000000000}"/>
          </ac:spMkLst>
        </pc:spChg>
        <pc:graphicFrameChg chg="del">
          <ac:chgData name="Muhammad Baig" userId="9e391c9c-4a86-4ccf-b1af-be7858601e98" providerId="ADAL" clId="{AF192224-BF7A-47DA-84FC-CD48B002FA0D}" dt="2026-10-29T19:11:43.497" v="196" actId="478"/>
          <ac:graphicFrameMkLst>
            <pc:docMk/>
            <pc:sldMk cId="0" sldId="265"/>
            <ac:graphicFrameMk id="4" creationId="{00000000-0000-0000-0000-000000000000}"/>
          </ac:graphicFrameMkLst>
        </pc:graphicFrameChg>
        <pc:graphicFrameChg chg="add">
          <ac:chgData name="Muhammad Baig" userId="9e391c9c-4a86-4ccf-b1af-be7858601e98" providerId="ADAL" clId="{AF192224-BF7A-47DA-84FC-CD48B002FA0D}" dt="2026-10-29T19:11:44.374" v="197" actId="22"/>
          <ac:graphicFrameMkLst>
            <pc:docMk/>
            <pc:sldMk cId="0" sldId="265"/>
            <ac:graphicFrameMk id="12" creationId="{6510A8D3-21B1-DC6C-4F48-6D43F8FF6503}"/>
          </ac:graphicFrameMkLst>
        </pc:graphicFrameChg>
      </pc:sldChg>
      <pc:sldChg chg="delSp modSp mod">
        <pc:chgData name="Muhammad Baig" userId="9e391c9c-4a86-4ccf-b1af-be7858601e98" providerId="ADAL" clId="{AF192224-BF7A-47DA-84FC-CD48B002FA0D}" dt="2026-10-29T14:33:45.049" v="144" actId="478"/>
        <pc:sldMkLst>
          <pc:docMk/>
          <pc:sldMk cId="0" sldId="268"/>
        </pc:sldMkLst>
        <pc:spChg chg="mod">
          <ac:chgData name="Muhammad Baig" userId="9e391c9c-4a86-4ccf-b1af-be7858601e98" providerId="ADAL" clId="{AF192224-BF7A-47DA-84FC-CD48B002FA0D}" dt="2026-10-29T14:33:28.965" v="13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4:33:42.198" v="142"/>
          <ac:spMkLst>
            <pc:docMk/>
            <pc:sldMk cId="0" sldId="268"/>
            <ac:spMk id="17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4:33:45.049" v="144" actId="478"/>
          <ac:spMkLst>
            <pc:docMk/>
            <pc:sldMk cId="0" sldId="268"/>
            <ac:spMk id="18" creationId="{00000000-0000-0000-0000-000000000000}"/>
          </ac:spMkLst>
        </pc:spChg>
        <pc:spChg chg="del mod">
          <ac:chgData name="Muhammad Baig" userId="9e391c9c-4a86-4ccf-b1af-be7858601e98" providerId="ADAL" clId="{AF192224-BF7A-47DA-84FC-CD48B002FA0D}" dt="2026-10-29T14:33:44.091" v="143" actId="478"/>
          <ac:spMkLst>
            <pc:docMk/>
            <pc:sldMk cId="0" sldId="268"/>
            <ac:spMk id="19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4:33:31.383" v="138" actId="478"/>
          <ac:spMkLst>
            <pc:docMk/>
            <pc:sldMk cId="0" sldId="268"/>
            <ac:spMk id="20" creationId="{00000000-0000-0000-0000-000000000000}"/>
          </ac:spMkLst>
        </pc:spChg>
        <pc:spChg chg="del mod">
          <ac:chgData name="Muhammad Baig" userId="9e391c9c-4a86-4ccf-b1af-be7858601e98" providerId="ADAL" clId="{AF192224-BF7A-47DA-84FC-CD48B002FA0D}" dt="2026-10-29T14:33:32.253" v="139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4:33:22.405" v="134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4:33:24.624" v="135" actId="478"/>
          <ac:spMkLst>
            <pc:docMk/>
            <pc:sldMk cId="0" sldId="268"/>
            <ac:spMk id="23" creationId="{00000000-0000-0000-0000-000000000000}"/>
          </ac:spMkLst>
        </pc:spChg>
      </pc:sldChg>
      <pc:sldChg chg="addSp delSp modSp mod">
        <pc:chgData name="Muhammad Baig" userId="9e391c9c-4a86-4ccf-b1af-be7858601e98" providerId="ADAL" clId="{AF192224-BF7A-47DA-84FC-CD48B002FA0D}" dt="2026-10-29T13:42:39.131" v="88" actId="22"/>
        <pc:sldMkLst>
          <pc:docMk/>
          <pc:sldMk cId="0" sldId="269"/>
        </pc:sldMkLst>
        <pc:spChg chg="del">
          <ac:chgData name="Muhammad Baig" userId="9e391c9c-4a86-4ccf-b1af-be7858601e98" providerId="ADAL" clId="{AF192224-BF7A-47DA-84FC-CD48B002FA0D}" dt="2026-10-29T13:42:13.011" v="55" actId="478"/>
          <ac:spMkLst>
            <pc:docMk/>
            <pc:sldMk cId="0" sldId="269"/>
            <ac:spMk id="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2:12.121" v="54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2:16.672" v="57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3:42:15.992" v="56" actId="478"/>
          <ac:spMkLst>
            <pc:docMk/>
            <pc:sldMk cId="0" sldId="269"/>
            <ac:spMk id="5" creationId="{00000000-0000-0000-0000-000000000000}"/>
          </ac:spMkLst>
        </pc:spChg>
        <pc:spChg chg="add">
          <ac:chgData name="Muhammad Baig" userId="9e391c9c-4a86-4ccf-b1af-be7858601e98" providerId="ADAL" clId="{AF192224-BF7A-47DA-84FC-CD48B002FA0D}" dt="2026-10-29T13:42:39.131" v="88" actId="22"/>
          <ac:spMkLst>
            <pc:docMk/>
            <pc:sldMk cId="0" sldId="269"/>
            <ac:spMk id="14" creationId="{85B3ADAD-EBED-23CA-F756-44DF9FDF7B3D}"/>
          </ac:spMkLst>
        </pc:spChg>
        <pc:picChg chg="add del mod">
          <ac:chgData name="Muhammad Baig" userId="9e391c9c-4a86-4ccf-b1af-be7858601e98" providerId="ADAL" clId="{AF192224-BF7A-47DA-84FC-CD48B002FA0D}" dt="2026-10-29T13:42:22.398" v="87" actId="478"/>
          <ac:picMkLst>
            <pc:docMk/>
            <pc:sldMk cId="0" sldId="269"/>
            <ac:picMk id="10" creationId="{05953BDD-3BDF-839C-ECE2-B60A4AEC5030}"/>
          </ac:picMkLst>
        </pc:picChg>
        <pc:picChg chg="add">
          <ac:chgData name="Muhammad Baig" userId="9e391c9c-4a86-4ccf-b1af-be7858601e98" providerId="ADAL" clId="{AF192224-BF7A-47DA-84FC-CD48B002FA0D}" dt="2026-10-29T13:42:39.131" v="88" actId="22"/>
          <ac:picMkLst>
            <pc:docMk/>
            <pc:sldMk cId="0" sldId="269"/>
            <ac:picMk id="12" creationId="{98CF3F0F-7877-B6E9-9D3C-733E39CC09A6}"/>
          </ac:picMkLst>
        </pc:picChg>
        <pc:picChg chg="add">
          <ac:chgData name="Muhammad Baig" userId="9e391c9c-4a86-4ccf-b1af-be7858601e98" providerId="ADAL" clId="{AF192224-BF7A-47DA-84FC-CD48B002FA0D}" dt="2026-10-29T13:42:39.131" v="88" actId="22"/>
          <ac:picMkLst>
            <pc:docMk/>
            <pc:sldMk cId="0" sldId="269"/>
            <ac:picMk id="16" creationId="{B0CD0FF0-7B44-F8FC-0FA2-293B19FFCA93}"/>
          </ac:picMkLst>
        </pc:picChg>
      </pc:sldChg>
      <pc:sldChg chg="del">
        <pc:chgData name="Muhammad Baig" userId="9e391c9c-4a86-4ccf-b1af-be7858601e98" providerId="ADAL" clId="{AF192224-BF7A-47DA-84FC-CD48B002FA0D}" dt="2026-10-29T14:26:50.278" v="113" actId="2696"/>
        <pc:sldMkLst>
          <pc:docMk/>
          <pc:sldMk cId="0" sldId="272"/>
        </pc:sldMkLst>
      </pc:sldChg>
      <pc:sldChg chg="addSp delSp modSp mod">
        <pc:chgData name="Muhammad Baig" userId="9e391c9c-4a86-4ccf-b1af-be7858601e98" providerId="ADAL" clId="{AF192224-BF7A-47DA-84FC-CD48B002FA0D}" dt="2026-10-30T03:15:45.945" v="206" actId="22"/>
        <pc:sldMkLst>
          <pc:docMk/>
          <pc:sldMk cId="0" sldId="273"/>
        </pc:sldMkLst>
        <pc:spChg chg="mod">
          <ac:chgData name="Muhammad Baig" userId="9e391c9c-4a86-4ccf-b1af-be7858601e98" providerId="ADAL" clId="{AF192224-BF7A-47DA-84FC-CD48B002FA0D}" dt="2026-10-29T14:27:00.990" v="120" actId="1037"/>
          <ac:spMkLst>
            <pc:docMk/>
            <pc:sldMk cId="0" sldId="273"/>
            <ac:spMk id="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44.903" v="205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44.903" v="205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44.903" v="205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44.903" v="205" actId="478"/>
          <ac:spMkLst>
            <pc:docMk/>
            <pc:sldMk cId="0" sldId="273"/>
            <ac:spMk id="7" creationId="{00000000-0000-0000-0000-000000000000}"/>
          </ac:spMkLst>
        </pc:spChg>
        <pc:spChg chg="add">
          <ac:chgData name="Muhammad Baig" userId="9e391c9c-4a86-4ccf-b1af-be7858601e98" providerId="ADAL" clId="{AF192224-BF7A-47DA-84FC-CD48B002FA0D}" dt="2026-10-30T03:15:45.945" v="206" actId="22"/>
          <ac:spMkLst>
            <pc:docMk/>
            <pc:sldMk cId="0" sldId="273"/>
            <ac:spMk id="13" creationId="{EB3D0950-D3C3-0617-ADB4-7285BA522F9E}"/>
          </ac:spMkLst>
        </pc:spChg>
        <pc:spChg chg="add">
          <ac:chgData name="Muhammad Baig" userId="9e391c9c-4a86-4ccf-b1af-be7858601e98" providerId="ADAL" clId="{AF192224-BF7A-47DA-84FC-CD48B002FA0D}" dt="2026-10-30T03:15:45.945" v="206" actId="22"/>
          <ac:spMkLst>
            <pc:docMk/>
            <pc:sldMk cId="0" sldId="273"/>
            <ac:spMk id="15" creationId="{CBEE8DC2-CBC6-EED9-27FA-18CCFB795C66}"/>
          </ac:spMkLst>
        </pc:spChg>
        <pc:spChg chg="add">
          <ac:chgData name="Muhammad Baig" userId="9e391c9c-4a86-4ccf-b1af-be7858601e98" providerId="ADAL" clId="{AF192224-BF7A-47DA-84FC-CD48B002FA0D}" dt="2026-10-30T03:15:45.945" v="206" actId="22"/>
          <ac:spMkLst>
            <pc:docMk/>
            <pc:sldMk cId="0" sldId="273"/>
            <ac:spMk id="17" creationId="{70C1A7D1-7BDE-9BBF-9946-68D50DBEA76B}"/>
          </ac:spMkLst>
        </pc:spChg>
        <pc:spChg chg="add">
          <ac:chgData name="Muhammad Baig" userId="9e391c9c-4a86-4ccf-b1af-be7858601e98" providerId="ADAL" clId="{AF192224-BF7A-47DA-84FC-CD48B002FA0D}" dt="2026-10-30T03:15:45.945" v="206" actId="22"/>
          <ac:spMkLst>
            <pc:docMk/>
            <pc:sldMk cId="0" sldId="273"/>
            <ac:spMk id="19" creationId="{AEDDC5C5-C47C-BE51-C382-22D0FE41AF13}"/>
          </ac:spMkLst>
        </pc:spChg>
      </pc:sldChg>
      <pc:sldChg chg="delSp modSp del mod">
        <pc:chgData name="Muhammad Baig" userId="9e391c9c-4a86-4ccf-b1af-be7858601e98" providerId="ADAL" clId="{AF192224-BF7A-47DA-84FC-CD48B002FA0D}" dt="2026-10-30T03:15:54.443" v="207" actId="2696"/>
        <pc:sldMkLst>
          <pc:docMk/>
          <pc:sldMk cId="0" sldId="274"/>
        </pc:sldMkLst>
        <pc:spChg chg="mod">
          <ac:chgData name="Muhammad Baig" userId="9e391c9c-4a86-4ccf-b1af-be7858601e98" providerId="ADAL" clId="{AF192224-BF7A-47DA-84FC-CD48B002FA0D}" dt="2026-10-29T14:28:03.328" v="132" actId="20577"/>
          <ac:spMkLst>
            <pc:docMk/>
            <pc:sldMk cId="0" sldId="274"/>
            <ac:spMk id="2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39.463" v="204" actId="21"/>
          <ac:spMkLst>
            <pc:docMk/>
            <pc:sldMk cId="0" sldId="274"/>
            <ac:spMk id="4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39.463" v="204" actId="21"/>
          <ac:spMkLst>
            <pc:docMk/>
            <pc:sldMk cId="0" sldId="274"/>
            <ac:spMk id="5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39.463" v="204" actId="21"/>
          <ac:spMkLst>
            <pc:docMk/>
            <pc:sldMk cId="0" sldId="274"/>
            <ac:spMk id="6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30T03:15:39.463" v="204" actId="21"/>
          <ac:spMkLst>
            <pc:docMk/>
            <pc:sldMk cId="0" sldId="274"/>
            <ac:spMk id="7" creationId="{00000000-0000-0000-0000-000000000000}"/>
          </ac:spMkLst>
        </pc:spChg>
        <pc:spChg chg="del">
          <ac:chgData name="Muhammad Baig" userId="9e391c9c-4a86-4ccf-b1af-be7858601e98" providerId="ADAL" clId="{AF192224-BF7A-47DA-84FC-CD48B002FA0D}" dt="2026-10-29T14:27:55.533" v="127" actId="478"/>
          <ac:spMkLst>
            <pc:docMk/>
            <pc:sldMk cId="0" sldId="274"/>
            <ac:spMk id="8" creationId="{00000000-0000-0000-0000-000000000000}"/>
          </ac:spMkLst>
        </pc:spChg>
        <pc:spChg chg="mod">
          <ac:chgData name="Muhammad Baig" userId="9e391c9c-4a86-4ccf-b1af-be7858601e98" providerId="ADAL" clId="{AF192224-BF7A-47DA-84FC-CD48B002FA0D}" dt="2026-10-29T14:27:57.660" v="128" actId="6549"/>
          <ac:spMkLst>
            <pc:docMk/>
            <pc:sldMk cId="0" sldId="274"/>
            <ac:spMk id="9" creationId="{00000000-0000-0000-0000-000000000000}"/>
          </ac:spMkLst>
        </pc:spChg>
        <pc:spChg chg="del mod">
          <ac:chgData name="Muhammad Baig" userId="9e391c9c-4a86-4ccf-b1af-be7858601e98" providerId="ADAL" clId="{AF192224-BF7A-47DA-84FC-CD48B002FA0D}" dt="2026-10-29T14:28:00.651" v="130" actId="478"/>
          <ac:spMkLst>
            <pc:docMk/>
            <pc:sldMk cId="0" sldId="274"/>
            <ac:spMk id="10" creationId="{00000000-0000-0000-0000-000000000000}"/>
          </ac:spMkLst>
        </pc:spChg>
        <pc:spChg chg="del mod">
          <ac:chgData name="Muhammad Baig" userId="9e391c9c-4a86-4ccf-b1af-be7858601e98" providerId="ADAL" clId="{AF192224-BF7A-47DA-84FC-CD48B002FA0D}" dt="2026-10-29T14:28:05.949" v="133" actId="478"/>
          <ac:spMkLst>
            <pc:docMk/>
            <pc:sldMk cId="0" sldId="274"/>
            <ac:spMk id="11" creationId="{00000000-0000-0000-0000-000000000000}"/>
          </ac:spMkLst>
        </pc:spChg>
      </pc:sldChg>
      <pc:sldChg chg="delSp modSp add mod ord">
        <pc:chgData name="Muhammad Baig" userId="9e391c9c-4a86-4ccf-b1af-be7858601e98" providerId="ADAL" clId="{AF192224-BF7A-47DA-84FC-CD48B002FA0D}" dt="2026-10-29T14:45:20.714" v="192" actId="1076"/>
        <pc:sldMkLst>
          <pc:docMk/>
          <pc:sldMk cId="2336891204" sldId="275"/>
        </pc:sldMkLst>
        <pc:spChg chg="mod">
          <ac:chgData name="Muhammad Baig" userId="9e391c9c-4a86-4ccf-b1af-be7858601e98" providerId="ADAL" clId="{AF192224-BF7A-47DA-84FC-CD48B002FA0D}" dt="2026-10-29T14:45:13.019" v="191" actId="1076"/>
          <ac:spMkLst>
            <pc:docMk/>
            <pc:sldMk cId="2336891204" sldId="275"/>
            <ac:spMk id="6" creationId="{1E9B82B9-48EC-35F2-63F1-900C791C32C0}"/>
          </ac:spMkLst>
        </pc:spChg>
        <pc:spChg chg="mod">
          <ac:chgData name="Muhammad Baig" userId="9e391c9c-4a86-4ccf-b1af-be7858601e98" providerId="ADAL" clId="{AF192224-BF7A-47DA-84FC-CD48B002FA0D}" dt="2026-10-29T14:45:20.714" v="192" actId="1076"/>
          <ac:spMkLst>
            <pc:docMk/>
            <pc:sldMk cId="2336891204" sldId="275"/>
            <ac:spMk id="7" creationId="{5DA1B7CA-60AA-8C4A-6376-A4734F280C7E}"/>
          </ac:spMkLst>
        </pc:spChg>
        <pc:spChg chg="del">
          <ac:chgData name="Muhammad Baig" userId="9e391c9c-4a86-4ccf-b1af-be7858601e98" providerId="ADAL" clId="{AF192224-BF7A-47DA-84FC-CD48B002FA0D}" dt="2026-10-29T14:44:38.913" v="161" actId="478"/>
          <ac:spMkLst>
            <pc:docMk/>
            <pc:sldMk cId="2336891204" sldId="275"/>
            <ac:spMk id="8" creationId="{82DA3272-B496-4D6C-BE09-AA8D317EDE4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ladder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DD-4448-BA98-AC78C313EE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Bare model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DD-4448-BA98-AC78C313EE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+ check, no rules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DD-4448-BA98-AC78C313EE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Planted labels</c:v>
                </c:pt>
                <c:pt idx="1">
                  <c:v>+ reworded text</c:v>
                </c:pt>
                <c:pt idx="2">
                  <c:v>+ ids rotated + control moved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D-4448-BA98-AC78C313EE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French</c:v>
                </c:pt>
                <c:pt idx="2">
                  <c:v>Font × 1.6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EE-4636-A119-8B4D58DEF9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French</c:v>
                </c:pt>
                <c:pt idx="2">
                  <c:v>Font × 1.6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EE-4636-A119-8B4D58DEF9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script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Reworded</c:v>
                </c:pt>
                <c:pt idx="2">
                  <c:v>+ ids rotated</c:v>
                </c:pt>
                <c:pt idx="3">
                  <c:v>+ control moved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EC-4BED-B238-5E9041D492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ladder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Reworded</c:v>
                </c:pt>
                <c:pt idx="2">
                  <c:v>+ ids rotated</c:v>
                </c:pt>
                <c:pt idx="3">
                  <c:v>+ control moved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EC-4BED-B238-5E9041D492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Ladder + model + check</c:v>
                </c:pt>
              </c:strCache>
            </c:strRef>
          </c:tx>
          <c:spPr>
            <a:solidFill>
              <a:srgbClr val="6B1A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Reworded</c:v>
                </c:pt>
                <c:pt idx="2">
                  <c:v>+ ids rotated</c:v>
                </c:pt>
                <c:pt idx="3">
                  <c:v>+ control moved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EC-4BED-B238-5E9041D492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71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Introduce the team. One sentence: we built an assistant-side tool that operates apps by goal, checks each step, and stops honestly. Today: why, how, evidence,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Fill the ISECOM bullets from the team before presenting. Synthie description is from one instance's own account (Hematite); say so if asked. Flow: the synthie says a goal, the tool does the screen work, a plain-words result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poster is where we started. Be explicit: Daraz and OLX are the motivating class, not an evaluated target. We measured protection behaviour; we did not build a bypass.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Motivation. Keep it human: the user who cannot take over. The 78% to 2% figure is from hierdump on stock Android Settings (name-aware figure is the one we quote).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Real output from the harness under break B8 (control hidden). Contrast with a recorded script that clicks nothing and reports no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Walk left to right. Stress: the model is the last resort and never trusted; the success check is independent of how the control was found. Vision numbers each on-screen control so the model can answer "badge 7".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Keep it brisk. Emphasise that every arm runs the same 9-step flow on the same broken app, and that success is judged by the next screen, not by absence of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All real rules-only numbers (N=10 per cell). Point at B8 and the seven/eight-at-once rows: the ladder does not claim to survive everything. It stops honestly. Poster says "9/9 under UI chaos": we say "under each single change we tried, and combinations up to four".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DOM rotation and tree suppression were slide 8 (B1, B2, B6, B7, B8). This slide is hostile text (B11). Be honest: one fixed, naive injection string on three controls, so say "this planted-label attack", not "prompt injection in general". Replace illustrative values after the re-run publishes: rebuild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Android numbers are real (French: rules 2/10, hybrid 10/10; font 1.6: 8/10 for every arm because nothing scrolls). Web chart values are placeholders until the re-run is published. Vision (no words at all): the screenshot did not beat text at N=5;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 total. Open the emulator window before you start. If anything stalls, switch to the recorded video for steps 1-3 and skip step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This slide earns trust. Lead with what we do not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End on the claim we can defend,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A2E3-7C76-3EF0-8299-2474239F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78DAB-19BD-948B-4B0C-21B56FAD0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BEBE1-2398-7329-924B-C5A9922C8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0095-B578-EC13-193B-9B0F8EE00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IBA Karachi  ·  Final Year Project  ·  Beyond MCPs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5"/>
                </a:solidFill>
              </a:rPr>
              <a:t>FINAL YEAR PROJECT · MVP DEFENSE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Beyond </a:t>
            </a:r>
            <a:r>
              <a:rPr lang="en-US" sz="4000" b="1">
                <a:solidFill>
                  <a:schemeClr val="bg1"/>
                </a:solidFill>
              </a:rPr>
              <a:t>MCPs: Self-healing</a:t>
            </a:r>
            <a:r>
              <a:rPr lang="en-US" sz="4000" b="1" dirty="0">
                <a:solidFill>
                  <a:schemeClr val="bg1"/>
                </a:solidFill>
              </a:rPr>
              <a:t>, verified GUI automation for accessible AI assistants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Say the goal, never the locator. Check every step on the next screen. Stop honestly when it cannot be done.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Sharique Baig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28369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Maira Aijaz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28552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Barkhi Khan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29261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Supervisor: Dr. Faisal </a:t>
            </a:r>
            <a:r>
              <a:rPr lang="en-US" sz="1400" dirty="0" err="1">
                <a:solidFill>
                  <a:schemeClr val="accent5"/>
                </a:solidFill>
              </a:rPr>
              <a:t>Iradat</a:t>
            </a:r>
            <a:r>
              <a:rPr lang="en-US" sz="1400" dirty="0">
                <a:solidFill>
                  <a:schemeClr val="accent5"/>
                </a:solidFill>
              </a:rPr>
              <a:t>   ·   Institute of Business Administration, Karachi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9F7546-AB5A-E088-94E8-35092658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959970" cy="9932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8A7000-D50C-DD71-22BD-187EE8FAB1E3}"/>
              </a:ext>
            </a:extLst>
          </p:cNvPr>
          <p:cNvSpPr/>
          <p:nvPr/>
        </p:nvSpPr>
        <p:spPr>
          <a:xfrm>
            <a:off x="8119240" y="402021"/>
            <a:ext cx="3618187" cy="740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251667-0112-B6D1-17CF-8C1FAF275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66" y="288294"/>
            <a:ext cx="3329240" cy="96968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Synthies and ISECOM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The kind of agent that uses our tool, and who we are working with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788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ISECOM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isecom.org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Who they are: open security research community behind the OSSTMM (2001) and Hacker Highschool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Our collaboration: a brief from a </a:t>
            </a:r>
            <a:r>
              <a:rPr lang="en-US" sz="1500" dirty="0" err="1"/>
              <a:t>synthie's</a:t>
            </a:r>
            <a:r>
              <a:rPr lang="en-US" sz="1500" dirty="0"/>
              <a:t> real automation, with Pete Herzog (ISECOM board)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/>
              <a:t>What it means: a live testbed with real failures, such as locator rot and a blocked posting pipeline</a:t>
            </a:r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223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ynthie icon disc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synthie icon" descr="Robo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30552"/>
            <a:ext cx="356616" cy="35661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Synthies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long-running agents with an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880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continuously on their own host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Have a chat identity and an owner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 through a typed tool set, with logged actions</a:t>
            </a:r>
            <a:endParaRPr lang="en-US" sz="1500" dirty="0"/>
          </a:p>
        </p:txBody>
      </p:sp>
      <p:sp>
        <p:nvSpPr>
          <p:cNvPr id="16" name="flow Synthie"/>
          <p:cNvSpPr/>
          <p:nvPr/>
        </p:nvSpPr>
        <p:spPr>
          <a:xfrm>
            <a:off x="54864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Synthie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goal, in words</a:t>
            </a:r>
            <a:endParaRPr lang="en-US" sz="1600" dirty="0"/>
          </a:p>
        </p:txBody>
      </p:sp>
      <p:sp>
        <p:nvSpPr>
          <p:cNvPr id="18" name="flow arrow 1"/>
          <p:cNvSpPr/>
          <p:nvPr/>
        </p:nvSpPr>
        <p:spPr>
          <a:xfrm>
            <a:off x="3749040" y="5321808"/>
            <a:ext cx="68580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low Kenna tool"/>
          <p:cNvSpPr/>
          <p:nvPr/>
        </p:nvSpPr>
        <p:spPr>
          <a:xfrm>
            <a:off x="452628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52628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Beyond MCP tool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ladder + checks</a:t>
            </a:r>
            <a:endParaRPr lang="en-US" sz="1600" dirty="0"/>
          </a:p>
        </p:txBody>
      </p:sp>
      <p:sp>
        <p:nvSpPr>
          <p:cNvPr id="21" name="flow arrow 2"/>
          <p:cNvSpPr/>
          <p:nvPr/>
        </p:nvSpPr>
        <p:spPr>
          <a:xfrm>
            <a:off x="7726680" y="5321808"/>
            <a:ext cx="68580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flow The app"/>
          <p:cNvSpPr/>
          <p:nvPr/>
        </p:nvSpPr>
        <p:spPr>
          <a:xfrm>
            <a:off x="8503920" y="50749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50392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The app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web or Android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0AAE67-1E16-70BA-D6D2-2FC2FC25F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66" y="2011680"/>
            <a:ext cx="1773622" cy="5165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kinds of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Where this project sits, and what we actually evaluated</a:t>
            </a:r>
            <a:endParaRPr lang="en-US" sz="1800" dirty="0"/>
          </a:p>
        </p:txBody>
      </p:sp>
      <p:sp>
        <p:nvSpPr>
          <p:cNvPr id="4" name="poster frame"/>
          <p:cNvSpPr/>
          <p:nvPr/>
        </p:nvSpPr>
        <p:spPr>
          <a:xfrm>
            <a:off x="512064" y="1655064"/>
            <a:ext cx="3384499" cy="4507992"/>
          </a:xfrm>
          <a:prstGeom prst="rect">
            <a:avLst/>
          </a:prstGeom>
          <a:solidFill>
            <a:schemeClr val="bg1"/>
          </a:solidFill>
          <a:ln w="9525">
            <a:solidFill>
              <a:srgbClr val="8A8F98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FYP poster" descr="Our FYP poster: Beyond MCPs, self-healing and adversarially resilient GUI ag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311347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80027" y="169164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platform icon 1 disc"/>
          <p:cNvSpPr/>
          <p:nvPr/>
        </p:nvSpPr>
        <p:spPr>
          <a:xfrm>
            <a:off x="4454347" y="20116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latform icon 1" descr="Pl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912" y="21872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60187" y="187452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Agent-native</a:t>
            </a:r>
            <a:r>
              <a:rPr lang="en-US" sz="1300" i="1" dirty="0">
                <a:solidFill>
                  <a:schemeClr val="accent4"/>
                </a:solidFill>
              </a:rPr>
              <a:t>   Vercel, Stripe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APIs and MCP servers. Use them.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28455" y="22402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DE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9128455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E4F"/>
                </a:solidFill>
              </a:rPr>
              <a:t>Out of scope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80027" y="320040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platform icon 2 disc"/>
          <p:cNvSpPr/>
          <p:nvPr/>
        </p:nvSpPr>
        <p:spPr>
          <a:xfrm>
            <a:off x="4454347" y="3520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latform icon 2" descr="Co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912" y="369600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60187" y="338328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Legacy local apps</a:t>
            </a:r>
            <a:r>
              <a:rPr lang="en-US" sz="1300" i="1" dirty="0">
                <a:solidFill>
                  <a:schemeClr val="accent4"/>
                </a:solidFill>
              </a:rPr>
              <a:t>   Daraz, OLX-style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API, unlabeled buttons, frequent breakage. Our target class.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28455" y="37490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BEF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9128455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</a:rPr>
              <a:t>Mock app + Android Settings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180027" y="4709160"/>
            <a:ext cx="746302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platform icon 3 disc"/>
          <p:cNvSpPr/>
          <p:nvPr/>
        </p:nvSpPr>
        <p:spPr>
          <a:xfrm>
            <a:off x="4454347" y="5029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latform icon 3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912" y="52047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60187" y="4892040"/>
            <a:ext cx="35311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Agent-hostile</a:t>
            </a:r>
            <a:r>
              <a:rPr lang="en-US" sz="1300" i="1" dirty="0">
                <a:solidFill>
                  <a:schemeClr val="accent4"/>
                </a:solidFill>
              </a:rPr>
              <a:t>   Instagram-style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Anti-bot defences and UI suppression.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9128455" y="52578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8E3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9128455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3B0B"/>
                </a:solidFill>
              </a:rPr>
              <a:t>Measured, never evaded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this matters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Assistants operate apps never built for them, and users cannot always take over when a step fails</a:t>
            </a:r>
            <a:endParaRPr lang="en-US" sz="1800" dirty="0"/>
          </a:p>
        </p:txBody>
      </p:sp>
      <p:sp>
        <p:nvSpPr>
          <p:cNvPr id="4" name="why icon 1 disc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why icon 1" descr="Plu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API to call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Many everyday apps, stores and legacy tools expose only a screen. Where an API or MCP exists, use it; this is for the rest.</a:t>
            </a:r>
            <a:endParaRPr lang="en-US" sz="1500" dirty="0"/>
          </a:p>
        </p:txBody>
      </p:sp>
      <p:sp>
        <p:nvSpPr>
          <p:cNvPr id="8" name="why icon 2 disc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why icon 2" descr="B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34216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246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Recorded scripts break silently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3657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renamed id and a recorded click goes nowhere. Worse, nothing checks that the goal was actually reached.</a:t>
            </a:r>
            <a:endParaRPr lang="en-US" sz="1500" dirty="0"/>
          </a:p>
        </p:txBody>
      </p:sp>
      <p:sp>
        <p:nvSpPr>
          <p:cNvPr id="12" name="why icon 3 disc"/>
          <p:cNvSpPr/>
          <p:nvPr/>
        </p:nvSpPr>
        <p:spPr>
          <a:xfrm>
            <a:off x="54864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why icon 3" descr="UniversalAcces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488472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709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user may not be able to step in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5120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For a blind or motor-impaired user, "please do this step yourself" is not a fallback. The assistant has to be right, or say clearly that it is not.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589520" y="1783080"/>
            <a:ext cx="4050792" cy="429768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786384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MEASURED ON ANDROID SETTINGS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000" dirty="0"/>
          </a:p>
        </p:txBody>
      </p:sp>
      <p:sp>
        <p:nvSpPr>
          <p:cNvPr id="19" name="Text 14"/>
          <p:cNvSpPr txBox="1"/>
          <p:nvPr/>
        </p:nvSpPr>
        <p:spPr>
          <a:xfrm>
            <a:off x="78638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controls look nameless judged by their own attributes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4023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60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4937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once the labels inside a clickable row count, the way a screen reader names 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Our project: Beyond MCPs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An assistant-side tool, governed by three rules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rule icon 1 disc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rule icon 1" descr="Commen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Intent, not locator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assistant says "open the create-post flow". It never says which button.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ule icon 2 disc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rule icon 2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1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Verify on the next screen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step counts only if the next screen shows the goal was reached. "No error" is not success.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ule icon 3 disc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rule icon 3" descr="HandPap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59" y="2119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Stop honestly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 nothing works, say which step failed and why, in plain first-person words.</a:t>
            </a:r>
            <a:endParaRPr lang="en-US" sz="1400" dirty="0"/>
          </a:p>
        </p:txBody>
      </p:sp>
      <p:sp>
        <p:nvSpPr>
          <p:cNvPr id="19" name="honest message panel"/>
          <p:cNvSpPr/>
          <p:nvPr/>
        </p:nvSpPr>
        <p:spPr>
          <a:xfrm>
            <a:off x="548640" y="4434840"/>
            <a:ext cx="11094415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68680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WHAT THE USER HEARS WHEN A CONTROL CANNOT BE REACHED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could not finish the step ‘Open the create-post flow’ – I cannot identify a control for this step. You may need to do this step yourself."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 works: the ladder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Try cheap, readable routes first. Ask a model only when every rule route fails</a:t>
            </a:r>
            <a:endParaRPr lang="en-US" sz="1800" dirty="0"/>
          </a:p>
        </p:txBody>
      </p:sp>
      <p:sp>
        <p:nvSpPr>
          <p:cNvPr id="4" name="rung id"/>
          <p:cNvSpPr/>
          <p:nvPr/>
        </p:nvSpPr>
        <p:spPr>
          <a:xfrm>
            <a:off x="548640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recorded hook</a:t>
            </a:r>
            <a:endParaRPr lang="en-US" sz="1600" dirty="0"/>
          </a:p>
        </p:txBody>
      </p:sp>
      <p:sp>
        <p:nvSpPr>
          <p:cNvPr id="6" name="rung label"/>
          <p:cNvSpPr/>
          <p:nvPr/>
        </p:nvSpPr>
        <p:spPr>
          <a:xfrm>
            <a:off x="2121408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121408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label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accessible name</a:t>
            </a:r>
            <a:endParaRPr lang="en-US" sz="1600" dirty="0"/>
          </a:p>
        </p:txBody>
      </p:sp>
      <p:sp>
        <p:nvSpPr>
          <p:cNvPr id="8" name="rung text"/>
          <p:cNvSpPr/>
          <p:nvPr/>
        </p:nvSpPr>
        <p:spPr>
          <a:xfrm>
            <a:off x="3694176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94176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text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visible words</a:t>
            </a:r>
            <a:endParaRPr lang="en-US" sz="1600" dirty="0"/>
          </a:p>
        </p:txBody>
      </p:sp>
      <p:sp>
        <p:nvSpPr>
          <p:cNvPr id="10" name="rung scoped"/>
          <p:cNvSpPr/>
          <p:nvPr/>
        </p:nvSpPr>
        <p:spPr>
          <a:xfrm>
            <a:off x="5266944" y="1783080"/>
            <a:ext cx="1481328" cy="9601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66944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scoped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inside a container</a:t>
            </a:r>
            <a:endParaRPr lang="en-US" sz="1600" dirty="0"/>
          </a:p>
        </p:txBody>
      </p:sp>
      <p:sp>
        <p:nvSpPr>
          <p:cNvPr id="12" name="rung learned"/>
          <p:cNvSpPr/>
          <p:nvPr/>
        </p:nvSpPr>
        <p:spPr>
          <a:xfrm>
            <a:off x="6839712" y="1783080"/>
            <a:ext cx="1481328" cy="9601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39712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remembered route</a:t>
            </a:r>
            <a:endParaRPr lang="en-US" sz="1600" dirty="0"/>
          </a:p>
        </p:txBody>
      </p:sp>
      <p:sp>
        <p:nvSpPr>
          <p:cNvPr id="14" name="rung model"/>
          <p:cNvSpPr/>
          <p:nvPr/>
        </p:nvSpPr>
        <p:spPr>
          <a:xfrm>
            <a:off x="8412480" y="1783080"/>
            <a:ext cx="1481328" cy="9601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picks an index</a:t>
            </a:r>
            <a:endParaRPr lang="en-US" sz="1600" dirty="0"/>
          </a:p>
        </p:txBody>
      </p:sp>
      <p:sp>
        <p:nvSpPr>
          <p:cNvPr id="16" name="rung vision"/>
          <p:cNvSpPr/>
          <p:nvPr/>
        </p:nvSpPr>
        <p:spPr>
          <a:xfrm>
            <a:off x="9985248" y="1783080"/>
            <a:ext cx="1481328" cy="9601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985248" y="17830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vision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sees the screen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346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RULES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83464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MEMORY AND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control or nothing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route counts only if it points at exactly one control on screen.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model never acts alone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may only answer with an index into the on-screen list. Its pick is a candidate, judged like any other.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3337560"/>
            <a:ext cx="3520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32104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Irreversible needs more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886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Publishing needs confidence ≥ 0.8 and only the first choice.</a:t>
            </a:r>
            <a:endParaRPr lang="en-US" sz="1400" dirty="0"/>
          </a:p>
        </p:txBody>
      </p:sp>
      <p:sp>
        <p:nvSpPr>
          <p:cNvPr id="29" name="check flow 1"/>
          <p:cNvSpPr/>
          <p:nvPr/>
        </p:nvSpPr>
        <p:spPr>
          <a:xfrm>
            <a:off x="548640" y="525780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48640" y="5257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Candidate control</a:t>
            </a:r>
            <a:endParaRPr lang="en-US" sz="1500" dirty="0"/>
          </a:p>
        </p:txBody>
      </p:sp>
      <p:sp>
        <p:nvSpPr>
          <p:cNvPr id="31" name="check arrow 1"/>
          <p:cNvSpPr/>
          <p:nvPr/>
        </p:nvSpPr>
        <p:spPr>
          <a:xfrm>
            <a:off x="310896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heck flow 2"/>
          <p:cNvSpPr/>
          <p:nvPr/>
        </p:nvSpPr>
        <p:spPr>
          <a:xfrm>
            <a:off x="3383280" y="52578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38328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Act</a:t>
            </a:r>
            <a:endParaRPr lang="en-US" sz="1500" dirty="0"/>
          </a:p>
        </p:txBody>
      </p:sp>
      <p:sp>
        <p:nvSpPr>
          <p:cNvPr id="34" name="check arrow 2"/>
          <p:cNvSpPr/>
          <p:nvPr/>
        </p:nvSpPr>
        <p:spPr>
          <a:xfrm>
            <a:off x="557784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check flow 3"/>
          <p:cNvSpPr/>
          <p:nvPr/>
        </p:nvSpPr>
        <p:spPr>
          <a:xfrm>
            <a:off x="6035040" y="525780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03504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Success check on the NEXT screen</a:t>
            </a:r>
            <a:endParaRPr lang="en-US" sz="1500" dirty="0"/>
          </a:p>
        </p:txBody>
      </p:sp>
      <p:sp>
        <p:nvSpPr>
          <p:cNvPr id="37" name="check arrow 3"/>
          <p:cNvSpPr/>
          <p:nvPr/>
        </p:nvSpPr>
        <p:spPr>
          <a:xfrm>
            <a:off x="9281160" y="5422392"/>
            <a:ext cx="274320" cy="36576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outcome"/>
          <p:cNvSpPr/>
          <p:nvPr/>
        </p:nvSpPr>
        <p:spPr>
          <a:xfrm>
            <a:off x="9692640" y="5257800"/>
            <a:ext cx="19476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9692640" y="525780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Done, or honest stop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tested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One 9-step flow, eleven controlled UI changes, five ways of operating the 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0624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THE TASK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</a:t>
            </a:r>
            <a:r>
              <a:rPr lang="en-US" sz="1400" dirty="0">
                <a:solidFill>
                  <a:schemeClr val="tx1"/>
                </a:solidFill>
              </a:rPr>
              <a:t>Open create-post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 </a:t>
            </a:r>
            <a:r>
              <a:rPr lang="en-US" sz="1400" dirty="0">
                <a:solidFill>
                  <a:schemeClr val="tx1"/>
                </a:solidFill>
              </a:rPr>
              <a:t>Choose a photo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</a:t>
            </a:r>
            <a:r>
              <a:rPr lang="en-US" sz="1400" dirty="0">
                <a:solidFill>
                  <a:schemeClr val="tx1"/>
                </a:solidFill>
              </a:rPr>
              <a:t>Go to caption step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 </a:t>
            </a:r>
            <a:r>
              <a:rPr lang="en-US" sz="1400" dirty="0">
                <a:solidFill>
                  <a:schemeClr val="tx1"/>
                </a:solidFill>
              </a:rPr>
              <a:t>Open More options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 </a:t>
            </a:r>
            <a:r>
              <a:rPr lang="en-US" sz="1400" dirty="0">
                <a:solidFill>
                  <a:schemeClr val="tx1"/>
                </a:solidFill>
              </a:rPr>
              <a:t>Go back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 </a:t>
            </a:r>
            <a:r>
              <a:rPr lang="en-US" sz="1400" dirty="0">
                <a:solidFill>
                  <a:schemeClr val="tx1"/>
                </a:solidFill>
              </a:rPr>
              <a:t>Type a caption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  </a:t>
            </a:r>
            <a:r>
              <a:rPr lang="en-US" sz="1400" dirty="0">
                <a:solidFill>
                  <a:schemeClr val="tx1"/>
                </a:solidFill>
              </a:rPr>
              <a:t>Turn on AI label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 </a:t>
            </a:r>
            <a:r>
              <a:rPr lang="en-US" sz="1400" dirty="0">
                <a:solidFill>
                  <a:schemeClr val="tx1"/>
                </a:solidFill>
              </a:rPr>
              <a:t>Publish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9  </a:t>
            </a:r>
            <a:r>
              <a:rPr lang="en-US" sz="1400" dirty="0">
                <a:solidFill>
                  <a:schemeClr val="tx1"/>
                </a:solidFill>
              </a:rPr>
              <a:t>Post is in the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1783080"/>
            <a:ext cx="4114800" cy="420624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3891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THE UI CHANGES (BREAKS)</a:t>
            </a:r>
            <a:endParaRPr lang="en-US" sz="1100" dirty="0"/>
          </a:p>
        </p:txBody>
      </p:sp>
      <p:sp>
        <p:nvSpPr>
          <p:cNvPr id="17" name="group dot 1"/>
          <p:cNvSpPr/>
          <p:nvPr/>
        </p:nvSpPr>
        <p:spPr>
          <a:xfrm>
            <a:off x="4389120" y="239572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Locator rot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60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B1 ids renamed · B4 duplicate control · B5 hidden in a scroller</a:t>
            </a:r>
            <a:endParaRPr lang="en-US" sz="1300" dirty="0"/>
          </a:p>
        </p:txBody>
      </p:sp>
      <p:sp>
        <p:nvSpPr>
          <p:cNvPr id="20" name="group dot 2"/>
          <p:cNvSpPr/>
          <p:nvPr/>
        </p:nvSpPr>
        <p:spPr>
          <a:xfrm>
            <a:off x="4389120" y="332841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Lost names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593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B2 labels stripped · B6 bare icon · B9 words reworded</a:t>
            </a:r>
            <a:endParaRPr lang="en-US" sz="1300" dirty="0"/>
          </a:p>
        </p:txBody>
      </p:sp>
      <p:sp>
        <p:nvSpPr>
          <p:cNvPr id="23" name="group dot 3"/>
          <p:cNvSpPr/>
          <p:nvPr/>
        </p:nvSpPr>
        <p:spPr>
          <a:xfrm>
            <a:off x="4389120" y="4261104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754880" y="41970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Moved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B3 layout reversed · B10 control relocated</a:t>
            </a:r>
            <a:endParaRPr lang="en-US" sz="1300" dirty="0"/>
          </a:p>
        </p:txBody>
      </p:sp>
      <p:sp>
        <p:nvSpPr>
          <p:cNvPr id="26" name="group dot 4"/>
          <p:cNvSpPr/>
          <p:nvPr/>
        </p:nvSpPr>
        <p:spPr>
          <a:xfrm>
            <a:off x="4389120" y="5193792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754880" y="5129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Hostile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458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B7 overlay · B8 control hidden · B11 planted instructions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783080"/>
            <a:ext cx="3227832" cy="420624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686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THE FIVE ARMS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Recorded script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one locator per step, no checks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Rules ladder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our rules, checked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Bare model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first pick, nothing checked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 + check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only, verified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Ladder + model + check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our full system</a:t>
            </a:r>
            <a:endParaRPr lang="en-US" sz="16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1: surviving UI change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Rules only, no model. A recorded script breaks under five of eight single changes</a:t>
            </a:r>
            <a:endParaRPr lang="en-US" sz="1800" dirty="0"/>
          </a:p>
        </p:txBody>
      </p:sp>
      <p:graphicFrame>
        <p:nvGraphicFramePr>
          <p:cNvPr id="9" name="rules-only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040880" cy="45765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ladder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renamed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stripped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duplicated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scroller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icon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 on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B1+B2+B3+B4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5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3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92440" y="1709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single changes break a recorded script (B1, B2, B6, B7, B8)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06324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8092440" y="3172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703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single changes are survived by the ladder; only a hidden control stops 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4526280"/>
            <a:ext cx="3776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092440" y="4636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design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nothing can reach the control, it says so instead of guessing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2: hostile UIs and planted 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Labels that tell the model to "ignore the goal" are the nastiest change we tried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Flows completed (N = 10)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55280" y="1691640"/>
            <a:ext cx="3685032" cy="4206240"/>
          </a:xfrm>
          <a:prstGeom prst="roundRect">
            <a:avLst>
              <a:gd name="adj" fmla="val 19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WHAT TO READ FROM IT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19456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A bare model is fooled: with reworded text it fails 3 runs of 10, each a silent tap on a planted label.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With the next-screen check, the model never fails there.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In the hardest mix only the full system completes (10/10), tapping a planted label twice per run and recovering through the check.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We measure how hostile UIs treat an agent. We do not build evasion.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DC4F2FBC-E37C-89B6-3D2D-719AC2DAE771}"/>
              </a:ext>
            </a:extLst>
          </p:cNvPr>
          <p:cNvGraphicFramePr/>
          <p:nvPr/>
        </p:nvGraphicFramePr>
        <p:xfrm>
          <a:off x="548640" y="2011680"/>
          <a:ext cx="71323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3: drift the rules cannot read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When wording or position changes, the model rung rescues the ladder, and the check keeps it honest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Web: flows completed (N = 10)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6459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Android Settings: real drift (10 intents)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583680" y="2011680"/>
          <a:ext cx="50566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6510A8D3-21B1-DC6C-4F48-6D43F8FF6503}"/>
              </a:ext>
            </a:extLst>
          </p:cNvPr>
          <p:cNvGraphicFramePr/>
          <p:nvPr/>
        </p:nvGraphicFramePr>
        <p:xfrm>
          <a:off x="548640" y="2011680"/>
          <a:ext cx="58521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Five short steps, about four minutes. A recorded backup covers steps 1 to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emo icon 1 disc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demo icon 1" descr="Pla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Clean flow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Nine steps, post appears in the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8892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demo icon 2 disc"/>
          <p:cNvSpPr/>
          <p:nvPr/>
        </p:nvSpPr>
        <p:spPr>
          <a:xfrm>
            <a:off x="30632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demo icon 2" descr="B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859" y="21195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5196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UI changes on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06324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Recorded script stops; ladder finishes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06324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demo icon 3 disc"/>
          <p:cNvSpPr/>
          <p:nvPr/>
        </p:nvSpPr>
        <p:spPr>
          <a:xfrm>
            <a:off x="530352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demo icon 3" descr="HandPap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39" y="21195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53035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Honest stop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Control hidden: it says so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30352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0:40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6948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demo icon 4 disc"/>
          <p:cNvSpPr/>
          <p:nvPr/>
        </p:nvSpPr>
        <p:spPr>
          <a:xfrm>
            <a:off x="754380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demo icon 4" descr="Shield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419" y="211957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3252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75438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Planted text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54380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Injected labels, caught by the check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54380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509760" y="178308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demo icon 5 disc"/>
          <p:cNvSpPr/>
          <p:nvPr/>
        </p:nvSpPr>
        <p:spPr>
          <a:xfrm>
            <a:off x="9784080" y="19659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demo icon 5" descr="Mobile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699" y="2119579"/>
            <a:ext cx="332842" cy="33284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972800" y="1920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Android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78408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French settings: rules fail, model rescues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78408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0:50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822960" y="51663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Run: </a:t>
            </a:r>
            <a:r>
              <a:rPr lang="en-US" sz="1400" dirty="0">
                <a:solidFill>
                  <a:schemeClr val="tx1"/>
                </a:solidFill>
              </a:rPr>
              <a:t>node Kenna/agent/demo_adversarial.mjs --headed     ·     Android: Kenna/path-b/dashboard.py with the emulator on screen first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Limits and honesty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the evidence supports, and what it does not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WE CAN SHOW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Survival of UI change on a mock web app and Android Settings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checked model rung that is never trusted alone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Honest failure in plain words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Measured, not evaded, protection behaviour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2239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 DO NOT CLAIM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on Instagram, Daraz or OLX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for more than one model so far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user study with screen-reader users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Fingerprint or telemetry stealth: out of scope on purpose</a:t>
            </a:r>
            <a:endParaRPr lang="en-US" sz="1600" dirty="0"/>
          </a:p>
        </p:txBody>
      </p:sp>
      <p:sp>
        <p:nvSpPr>
          <p:cNvPr id="10" name="caught bug panel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484632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What we caught ourselves: </a:t>
            </a:r>
            <a:r>
              <a:rPr lang="en-US" sz="1600" dirty="0">
                <a:solidFill>
                  <a:schemeClr val="bg1"/>
                </a:solidFill>
              </a:rPr>
              <a:t>a state leak between test arms made a bare model look broken on a clean app. We found it, proved it on a fresh page, fixed the harness and re-ran every model result.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 verified, self-healing way to operate apps that offer no other interface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Intent + check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Goals instead of locators, with success judged on the next screen.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Survives change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7 of 8 single UI changes survived by rules alone; the rest stop honestly.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 as a candidate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Rescues drift the rules cannot read, and is never trusted alone.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NEXT</a:t>
            </a:r>
            <a:endParaRPr lang="en-US" sz="1100" dirty="0"/>
          </a:p>
        </p:txBody>
      </p:sp>
      <p:sp>
        <p:nvSpPr>
          <p:cNvPr id="14" name="next dot 1"/>
          <p:cNvSpPr/>
          <p:nvPr/>
        </p:nvSpPr>
        <p:spPr>
          <a:xfrm>
            <a:off x="54864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6012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A study with screen-reader users</a:t>
            </a:r>
          </a:p>
        </p:txBody>
      </p:sp>
      <p:sp>
        <p:nvSpPr>
          <p:cNvPr id="16" name="next dot 2"/>
          <p:cNvSpPr/>
          <p:nvPr/>
        </p:nvSpPr>
        <p:spPr>
          <a:xfrm>
            <a:off x="4297680" y="44165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0916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More apps and intents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Sharique Baig · Maira Aijaz · Barkhi Khan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Appendix: frequently asked questions follow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F3F0F-7877-B6E9-9D3C-733E39CC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959970" cy="9932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B3ADAD-EBED-23CA-F756-44DF9FDF7B3D}"/>
              </a:ext>
            </a:extLst>
          </p:cNvPr>
          <p:cNvSpPr/>
          <p:nvPr/>
        </p:nvSpPr>
        <p:spPr>
          <a:xfrm>
            <a:off x="8119240" y="402021"/>
            <a:ext cx="3618187" cy="740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CD0FF0-7B44-F8FC-0FA2-293B19FFC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66" y="288294"/>
            <a:ext cx="3329240" cy="96968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1–2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not just use an API or MCP?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Use it when it exists. Many local apps offer none, so the screen is the only interface. This project is for that gap, and it still verifies each step.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does the model never act alone?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Its pick is a candidate: it can only name an on-screen control by number, and the next screen must confirm it. Publishing needs confidence of at least 0.8.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3–4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if it cannot find the control?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It stops, says which step failed and why, and ends with "You may need to do this step yourself." No guessing, no blind retries.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Did you test on Instagram, Daraz or OLX?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No. We tested our own mock web app and Android Settings on an emulator. Daraz and OLX are the target class, not an evaluated 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FAQ 5–6</a:t>
            </a:r>
            <a:br>
              <a:rPr lang="en-US" sz="3200" b="1" dirty="0">
                <a:solidFill>
                  <a:schemeClr val="tx2"/>
                </a:solidFill>
              </a:rPr>
            </a:b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 expect, and our honest answers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does this help a blind user? Tested with one?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Our instrument is the accessibility tree a screen reader reads, and failures are spoken in plain words. No user study yet; it is the main gap.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EB3D0950-D3C3-0617-ADB4-7285BA522F9E}"/>
              </a:ext>
            </a:extLst>
          </p:cNvPr>
          <p:cNvSpPr/>
          <p:nvPr/>
        </p:nvSpPr>
        <p:spPr>
          <a:xfrm>
            <a:off x="548640" y="1783080"/>
            <a:ext cx="54223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BEE8DC2-CBC6-EED9-27FA-18CCFB795C66}"/>
              </a:ext>
            </a:extLst>
          </p:cNvPr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0C1A7D1-7BDE-9BBF-9946-68D50DBEA76B}"/>
              </a:ext>
            </a:extLst>
          </p:cNvPr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went wrong, and how did you fix it?</a:t>
            </a:r>
            <a:endParaRPr lang="en-US" sz="20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EDDC5C5-C47C-BE51-C382-22D0FE41AF13}"/>
              </a:ext>
            </a:extLst>
          </p:cNvPr>
          <p:cNvSpPr txBox="1"/>
          <p:nvPr/>
        </p:nvSpPr>
        <p:spPr>
          <a:xfrm>
            <a:off x="822960" y="3474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state leak between test arms made a bare model look broken on a clean app. We proved it on a fresh page, fixed the harness and re-ran every model result.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4D2D-71AC-62DB-197A-5D9B8432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1E9B82B9-48EC-35F2-63F1-900C791C32C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371600" y="20574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Thank you </a:t>
            </a:r>
            <a:endParaRPr lang="en-US" sz="7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A1B7CA-60AA-8C4A-6376-A4734F280C7E}"/>
              </a:ext>
            </a:extLst>
          </p:cNvPr>
          <p:cNvSpPr txBox="1"/>
          <p:nvPr/>
        </p:nvSpPr>
        <p:spPr>
          <a:xfrm>
            <a:off x="3513512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Sharique Baig · Maira Aijaz · Barkhi Khan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DCC234-F60A-BF83-ECF4-D6A911A7B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959970" cy="9932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7678988-37D8-9412-9D5F-056684C51670}"/>
              </a:ext>
            </a:extLst>
          </p:cNvPr>
          <p:cNvSpPr/>
          <p:nvPr/>
        </p:nvSpPr>
        <p:spPr>
          <a:xfrm>
            <a:off x="8119240" y="402021"/>
            <a:ext cx="3618187" cy="740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1D25F4-836F-27B6-AA86-9D19FC4DB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66" y="288294"/>
            <a:ext cx="3329240" cy="9696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6891204"/>
      </p:ext>
    </p:extLst>
  </p:cSld>
  <p:clrMapOvr>
    <a:masterClrMapping/>
  </p:clrMapOvr>
</p:sld>
</file>

<file path=ppt/theme/theme1.xml><?xml version="1.0" encoding="utf-8"?>
<a:theme xmlns:a="http://schemas.openxmlformats.org/drawingml/2006/main" name="IBA FYP Academic">
  <a:themeElements>
    <a:clrScheme name="IBA FYP Academic">
      <a:dk1>
        <a:srgbClr val="2B2124"/>
      </a:dk1>
      <a:lt1>
        <a:srgbClr val="FFFFFF"/>
      </a:lt1>
      <a:dk2>
        <a:srgbClr val="6B1A2A"/>
      </a:dk2>
      <a:lt2>
        <a:srgbClr val="F6F1F0"/>
      </a:lt2>
      <a:accent1>
        <a:srgbClr val="8C2338"/>
      </a:accent1>
      <a:accent2>
        <a:srgbClr val="C8963E"/>
      </a:accent2>
      <a:accent3>
        <a:srgbClr val="C75B12"/>
      </a:accent3>
      <a:accent4>
        <a:srgbClr val="6B6F78"/>
      </a:accent4>
      <a:accent5>
        <a:srgbClr val="EBD9DC"/>
      </a:accent5>
      <a:accent6>
        <a:srgbClr val="4A5568"/>
      </a:accent6>
      <a:hlink>
        <a:srgbClr val="8C2338"/>
      </a:hlink>
      <a:folHlink>
        <a:srgbClr val="8A8F98"/>
      </a:folHlink>
    </a:clrScheme>
    <a:fontScheme name="IBA FYP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2278</Words>
  <Application>Microsoft Office PowerPoint</Application>
  <PresentationFormat>Widescreen</PresentationFormat>
  <Paragraphs>316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IBA FYP Academic</vt:lpstr>
      <vt:lpstr>Beyond MCPs: Self-healing, verified GUI automation for accessible AI assistants</vt:lpstr>
      <vt:lpstr>Synthies and ISECOM</vt:lpstr>
      <vt:lpstr>Three kinds of platform</vt:lpstr>
      <vt:lpstr>Why this matters</vt:lpstr>
      <vt:lpstr>Our project: Beyond MCPs</vt:lpstr>
      <vt:lpstr>How it works: the ladder</vt:lpstr>
      <vt:lpstr>How we tested</vt:lpstr>
      <vt:lpstr>Result 1: surviving UI change</vt:lpstr>
      <vt:lpstr>Result 2: hostile UIs and planted text</vt:lpstr>
      <vt:lpstr>Result 3: drift the rules cannot read</vt:lpstr>
      <vt:lpstr>Live demo</vt:lpstr>
      <vt:lpstr>Limits and honesty</vt:lpstr>
      <vt:lpstr>Conclusion and next steps</vt:lpstr>
      <vt:lpstr>Questions</vt:lpstr>
      <vt:lpstr>FAQ 1–2</vt:lpstr>
      <vt:lpstr>FAQ 3–4</vt:lpstr>
      <vt:lpstr>FAQ 5–6 </vt:lpstr>
      <vt:lpstr>Thank you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MCPs - FYP defense</dc:title>
  <dc:subject>PptxGenJS Presentation</dc:subject>
  <dc:creator>Sharique Baig, Maira Aijaz, Barkhi Khan</dc:creator>
  <cp:lastModifiedBy>Muhammad Baig</cp:lastModifiedBy>
  <cp:revision>1</cp:revision>
  <dcterms:created xsi:type="dcterms:W3CDTF">2026-10-29T13:39:32Z</dcterms:created>
  <dcterms:modified xsi:type="dcterms:W3CDTF">2026-10-30T04:32:24Z</dcterms:modified>
</cp:coreProperties>
</file>